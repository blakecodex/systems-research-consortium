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899AA"/>
                </a:solidFill>
                <a:latin typeface="Arial"/>
              </a:rPr>
              <a:t>Bank deposits (% of baseline)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 deposits (%)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Pre-crisis</c:v>
                  </c:pt>
                  <c:pt idx="1">
                    <c:v>Week 1</c:v>
                  </c:pt>
                  <c:pt idx="2">
                    <c:v>Week 2</c:v>
                  </c:pt>
                  <c:pt idx="3">
                    <c:v>Week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75</c:v>
                </c:pt>
                <c:pt idx="2">
                  <c:v>52</c:v>
                </c:pt>
                <c:pt idx="3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C28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899AA"/>
                </a:solidFill>
                <a:latin typeface="Arial"/>
              </a:rPr>
              <a:t>CBDC holdings (indexed)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CBDC holdings (index)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Pre-crisis</c:v>
                  </c:pt>
                  <c:pt idx="1">
                    <c:v>Week 1</c:v>
                  </c:pt>
                  <c:pt idx="2">
                    <c:v>Week 2</c:v>
                  </c:pt>
                  <c:pt idx="3">
                    <c:v>Week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35</c:v>
                </c:pt>
                <c:pt idx="2">
                  <c:v>65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C28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Systemic Disintermediation Crisis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CBDC What-If Scenario Storyboard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22860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Visualizing and Communicating AI Scenarios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Scenario Design &amp; Strategic Foresight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Frederic Lemieux, Ph.D. — Georgetown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Bledar Blake &amp; Karla Gonzalez</a:t>
            </a:r>
            <a:endParaRPr lang="en-US" sz="14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Futures Cell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2027: Stability Before the Storm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calm. Federal Reserve CBDC pilot in Phase 2 with limited public adoption. Commercial banks hold steady deposits.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 ▲ 42,180  |  S&amp;P ▲ 5,840  |  10Y: 3.2%  |  CBDC PILOT: PHASE 2 ACTIVE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2468880" cy="91440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deposits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383280" y="2560320"/>
            <a:ext cx="2468880" cy="91440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adoption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217920" y="2560320"/>
            <a:ext cx="2468880" cy="91440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3840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STABILITY REPORT — 2027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160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system stable. CBDC pilot enters Phase 2 with limited adoption.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26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2027. Markets are calm. A Federal Reserve CBDC pilot runs quietly in Phase 2.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banks hold steady. Deposits flow normally. No one sees what’s coming.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2028: A Regional Bank Collapses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SVB-style event triggers panic. Depositors discover frictionless CBDC transfers — a one-tap flight to perceived safety.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4A101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DOW -1,840  |  ▼ S&amp;P -380  |  10Y: 5.1% ▲  |  ALERT: BANK FAILURE REPORTED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749040" cy="914400"/>
          </a:xfrm>
          <a:prstGeom prst="rect">
            <a:avLst/>
          </a:prstGeom>
          <a:solidFill>
            <a:srgbClr val="3A151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 deposits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▼ Hemorrhaging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846320" y="2560320"/>
            <a:ext cx="3749040" cy="914400"/>
          </a:xfrm>
          <a:prstGeom prst="rect">
            <a:avLst/>
          </a:prstGeom>
          <a:solidFill>
            <a:srgbClr val="0F2D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inflows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 +900%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840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BANK COLLAPSE — SVB-STYLE EVENT CONFIRMED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4160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Depositors scramble. CBDC transfers spike 900% in 48 hours.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26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2028. A regional bank fails. Recession fears ignite. Depositors discover they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move funds to CBDC instantly — a frictionless flight to perceived safety.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1–3: Deposit Flight Exceeds 40%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mid-tier banks experience deposit outflows exceeding 40% in three weeks. Liquidity crises cascade.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82880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54880" y="182880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7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840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FLIGHT ACCELERATES — 40% OUTFLOWS IN 3 WEEKS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508760" y="4160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and regional banks face liquidity crises. FDIC convenes emergency session.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4526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1–3. Deposit outflows exceed 40%. CBDC holdings surge as depositors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central bank liability as risk-free. Regional banks teeter.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Systemic Contagion: Interbank Stress Spreads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Interbank exposure transmits stress across the network. G10 central bank governors convene emergency coordination.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468880" cy="6400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468880" cy="6400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468880" cy="6400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England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468880" cy="6400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Japan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2834640"/>
            <a:ext cx="2468880" cy="6400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 (Chair)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834640"/>
            <a:ext cx="2468880" cy="6400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834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3840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CONTAGION SPREADS — G10 GOVERNORS IN EMERGENCY SESSION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4160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mid-tier banks face insolvency. Market volatility at 2008 levels.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26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metastasizes. Interbank exposure spreads stress across the network.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G10 central bank governors convene emergency coordination. The FSB activates.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Freeze: The Banking Model Breaks Down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close. Lending halts. CBDC wallets overflow holding caps. The deposit-funded lending model fractures.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468880" cy="118872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branches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468880" cy="118872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pipeline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5C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FROZEN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468880" cy="118872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wallets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840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MARKETS FREEZE — BANK CONSOLIDATION ACCELERATES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4160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halts. CBDC wallets overflow holding caps. Systemic vulnerabilities exposed.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26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close. Lending freezes. CBDC wallets hit capacity. The commercial banking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deposit-funded lending — breaks down under the weight of digital flight.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1B6B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Stabilization: The Three-Pillar Response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FSB deploys coordinated measures: CBDC rate caps, expanded deposit guarantees, and direct liquidity injection.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468880" cy="14630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246888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rate caps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limits imposed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rates on excess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friction added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468880" cy="14630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011680"/>
            <a:ext cx="246888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FDIC expansion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caps raised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legislation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confidence campaign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468880" cy="14630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011680"/>
            <a:ext cx="246888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facilities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514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injection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bank support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mandated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solidFill>
            <a:srgbClr val="1B6B50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3840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 ANNOUNCES COORDINATED STABILIZATION PACKAGE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4160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caps imposed. FDIC limits raised. Central banks inject emergency liquidity.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26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2–8. The FSB deploys a three-pillar response: CBDC holding caps and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penalties, expanded deposit guarantees, and direct liquidity support for regional banks.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914400" cy="320040"/>
          </a:xfrm>
          <a:prstGeom prst="roundRect">
            <a:avLst>
              <a:gd name="adj" fmla="val 42857"/>
            </a:avLst>
          </a:prstGeom>
          <a:solidFill>
            <a:srgbClr val="1B6B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2029–2030: Stabilized but Permanently Altered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system consolidates. CBDCs redesigned as backup, not primary store of value. Paradoxically, resilience improves through crisis.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468880" cy="137160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246888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stronger institutions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468880" cy="137160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011680"/>
            <a:ext cx="246888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role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only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2044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· Tiered · Monitored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468880" cy="1371600"/>
          </a:xfrm>
          <a:prstGeom prst="rect">
            <a:avLst/>
          </a:prstGeom>
          <a:solidFill>
            <a:srgbClr val="0F23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011680"/>
            <a:ext cx="24688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resilience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Improved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5508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&amp; reformed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228600"/>
          </a:xfrm>
          <a:prstGeom prst="roundRect">
            <a:avLst>
              <a:gd name="adj" fmla="val 24000"/>
            </a:avLst>
          </a:prstGeom>
          <a:solidFill>
            <a:srgbClr val="0F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66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 ▲ 38,400  |  S&amp;P ▲ 5,200  |  10Y: 3.8%  |  CBDC: REDESIGNED · CAPPED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solidFill>
            <a:srgbClr val="1B6B50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3840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OUTLOOK: STABILIZED BUT PERMANENTLY ALTERED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08760" y="4160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consolidated. CBDC repositioned as backup. Resilience improved through crisis.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262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2029–2030. The system stabilizes but is permanently changed. Banks consolidate.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CBDCs are redesigned as backup, not primary store of value. The crisis, paradoxically, improved resilience.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Credits &amp; Attribution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content &amp; structural design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Bledar Blake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contributions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Karla Gonzalez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visuals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Opus 4.6 (Anthropic), based on original scenario content,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design, and prompt engineering by Bledar Blake.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scenario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CBDC What-If Scenario: Systemic Disintermediation Crisis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Bledar Blake &amp; Karla Gonzalez, with editorial contributions by Karla Gonzalez.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Scenario Design &amp; Strategic Foresight — Module 5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Frederic Lemieux, Ph.D. — Georgetown University, School of Continuing Studies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— CBDC What-If Scenario Storyboard</dc:title>
  <dc:subject>PptxGenJS Presentation</dc:subject>
  <dc:creator>Bledar Blake &amp; Karla Gonzalez</dc:creator>
  <cp:lastModifiedBy>Bledar Blake &amp; Karla Gonzalez</cp:lastModifiedBy>
  <cp:revision>1</cp:revision>
  <dcterms:created xsi:type="dcterms:W3CDTF">2026-04-18T19:42:28Z</dcterms:created>
  <dcterms:modified xsi:type="dcterms:W3CDTF">2026-04-18T19:42:28Z</dcterms:modified>
</cp:coreProperties>
</file>